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5" d="100"/>
          <a:sy n="75" d="100"/>
        </p:scale>
        <p:origin x="72"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B594F67-1ED5-4D00-8942-864349DBEE6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B594F67-1ED5-4D00-8942-864349DBEE6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B594F67-1ED5-4D00-8942-864349DBEE6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7B594F67-1ED5-4D00-8942-864349DBEE6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7B594F67-1ED5-4D00-8942-864349DBEE6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B594F67-1ED5-4D00-8942-864349DBEE6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594F67-1ED5-4D00-8942-864349DBEE6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B594F67-1ED5-4D00-8942-864349DBEE6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B594F67-1ED5-4D00-8942-864349DBEE6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B594F67-1ED5-4D00-8942-864349DBEE6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B594F67-1ED5-4D00-8942-864349DBEE6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A73187-7A74-41F7-A8D4-1767AC8081A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594F67-1ED5-4D00-8942-864349DBEE62}"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A73187-7A74-41F7-A8D4-1767AC8081A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7760" y="868363"/>
            <a:ext cx="9144000" cy="2133599"/>
          </a:xfrm>
        </p:spPr>
        <p:txBody>
          <a:bodyPr>
            <a:normAutofit/>
          </a:bodyPr>
          <a:lstStyle/>
          <a:p>
            <a:pPr algn="l"/>
            <a:r>
              <a:rPr lang="en-US" dirty="0">
                <a:solidFill>
                  <a:schemeClr val="accent1">
                    <a:lumMod val="75000"/>
                  </a:schemeClr>
                </a:solidFill>
              </a:rPr>
              <a:t>CALORIE CALCULATOR</a:t>
            </a:r>
            <a:br>
              <a:rPr lang="en-US" dirty="0">
                <a:solidFill>
                  <a:schemeClr val="accent1">
                    <a:lumMod val="75000"/>
                  </a:schemeClr>
                </a:solidFill>
              </a:rPr>
            </a:br>
            <a:endParaRPr lang="en-IN" dirty="0">
              <a:solidFill>
                <a:schemeClr val="accent1">
                  <a:lumMod val="75000"/>
                </a:schemeClr>
              </a:solidFill>
            </a:endParaRPr>
          </a:p>
        </p:txBody>
      </p:sp>
      <p:sp>
        <p:nvSpPr>
          <p:cNvPr id="3" name="Subtitle 2"/>
          <p:cNvSpPr>
            <a:spLocks noGrp="1"/>
          </p:cNvSpPr>
          <p:nvPr>
            <p:ph type="subTitle" idx="1"/>
          </p:nvPr>
        </p:nvSpPr>
        <p:spPr>
          <a:xfrm>
            <a:off x="579120" y="2601119"/>
            <a:ext cx="9144000" cy="1655762"/>
          </a:xfrm>
        </p:spPr>
        <p:txBody>
          <a:bodyPr>
            <a:noAutofit/>
          </a:bodyPr>
          <a:lstStyle/>
          <a:p>
            <a:pPr algn="l"/>
            <a:r>
              <a:rPr lang="en-US" sz="3200" dirty="0"/>
              <a:t>MINI PROJECT:</a:t>
            </a:r>
            <a:br>
              <a:rPr lang="en-US" sz="3200" dirty="0"/>
            </a:br>
            <a:r>
              <a:rPr lang="en-US" sz="3200" dirty="0"/>
              <a:t>TEAM MEMBERS:</a:t>
            </a:r>
            <a:br>
              <a:rPr lang="en-US" sz="3200" dirty="0"/>
            </a:br>
            <a:r>
              <a:rPr lang="en-US" sz="3200" dirty="0"/>
              <a:t>M.N.YESHWANTH</a:t>
            </a:r>
            <a:br>
              <a:rPr lang="en-US" sz="3200" dirty="0"/>
            </a:br>
            <a:r>
              <a:rPr lang="en-US" sz="3200" dirty="0"/>
              <a:t>S.NANDA SAI ESWAR REDDY</a:t>
            </a:r>
            <a:br>
              <a:rPr lang="en-US" sz="3200" dirty="0"/>
            </a:br>
            <a:r>
              <a:rPr lang="en-US" sz="3200" dirty="0"/>
              <a:t>K.SURENDRA</a:t>
            </a:r>
            <a:endParaRPr lang="en-US" sz="3200" dirty="0"/>
          </a:p>
          <a:p>
            <a:pPr algn="l"/>
            <a:br>
              <a:rPr lang="en-US" sz="3200" dirty="0"/>
            </a:br>
            <a:endParaRPr lang="en-I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PROBLEM STATEMENT</a:t>
            </a:r>
            <a:endParaRPr lang="en-IN" dirty="0">
              <a:solidFill>
                <a:schemeClr val="accent1">
                  <a:lumMod val="75000"/>
                </a:schemeClr>
              </a:solidFill>
            </a:endParaRPr>
          </a:p>
        </p:txBody>
      </p:sp>
      <p:sp>
        <p:nvSpPr>
          <p:cNvPr id="3" name="Content Placeholder 2"/>
          <p:cNvSpPr>
            <a:spLocks noGrp="1"/>
          </p:cNvSpPr>
          <p:nvPr>
            <p:ph idx="1"/>
          </p:nvPr>
        </p:nvSpPr>
        <p:spPr/>
        <p:txBody>
          <a:bodyPr/>
          <a:lstStyle/>
          <a:p>
            <a:r>
              <a:rPr lang="en-IN" dirty="0"/>
              <a:t>User Registration and Login</a:t>
            </a:r>
            <a:endParaRPr lang="en-IN" dirty="0"/>
          </a:p>
          <a:p>
            <a:r>
              <a:rPr lang="en-IN" dirty="0"/>
              <a:t>Input of personal details (age, gender, height, weight)</a:t>
            </a:r>
            <a:endParaRPr lang="en-IN" dirty="0"/>
          </a:p>
          <a:p>
            <a:r>
              <a:rPr lang="en-IN" dirty="0"/>
              <a:t>Selection of activity level</a:t>
            </a:r>
            <a:endParaRPr lang="en-IN" dirty="0"/>
          </a:p>
          <a:p>
            <a:r>
              <a:rPr lang="en-IN" dirty="0"/>
              <a:t>Automatic calculation of Basal Metabolic Rate (BMR)</a:t>
            </a:r>
            <a:endParaRPr lang="en-IN" dirty="0"/>
          </a:p>
          <a:p>
            <a:r>
              <a:rPr lang="en-IN" dirty="0"/>
              <a:t>Daily calorie requirement calculation</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METHODOLOGY</a:t>
            </a:r>
            <a:endParaRPr lang="en-IN" dirty="0">
              <a:solidFill>
                <a:schemeClr val="accent1">
                  <a:lumMod val="75000"/>
                </a:schemeClr>
              </a:solidFill>
            </a:endParaRPr>
          </a:p>
        </p:txBody>
      </p:sp>
      <p:sp>
        <p:nvSpPr>
          <p:cNvPr id="3" name="Content Placeholder 2"/>
          <p:cNvSpPr>
            <a:spLocks noGrp="1"/>
          </p:cNvSpPr>
          <p:nvPr>
            <p:ph idx="1"/>
          </p:nvPr>
        </p:nvSpPr>
        <p:spPr/>
        <p:txBody>
          <a:bodyPr>
            <a:normAutofit fontScale="92500" lnSpcReduction="20000"/>
          </a:bodyPr>
          <a:lstStyle/>
          <a:p>
            <a:r>
              <a:rPr lang="en-IN" b="1" dirty="0"/>
              <a:t>User Registration/Login:</a:t>
            </a:r>
            <a:r>
              <a:rPr lang="en-IN" dirty="0"/>
              <a:t> Users create an account and log in to the system. </a:t>
            </a:r>
            <a:endParaRPr lang="en-IN" dirty="0"/>
          </a:p>
          <a:p>
            <a:r>
              <a:rPr lang="en-IN" b="1" dirty="0"/>
              <a:t>Enter Personal Details</a:t>
            </a:r>
            <a:r>
              <a:rPr lang="en-IN" dirty="0"/>
              <a:t> :Users enter age, gender, height, weight, and activity level. </a:t>
            </a:r>
            <a:endParaRPr lang="en-IN" dirty="0"/>
          </a:p>
          <a:p>
            <a:r>
              <a:rPr lang="en-IN" b="1" dirty="0"/>
              <a:t>Calculate Calories:</a:t>
            </a:r>
            <a:r>
              <a:rPr lang="en-IN" dirty="0"/>
              <a:t> The system calculates the user's daily calorie requirement using standard formulas. </a:t>
            </a:r>
            <a:endParaRPr lang="en-IN" dirty="0"/>
          </a:p>
          <a:p>
            <a:r>
              <a:rPr lang="en-IN" b="1" dirty="0"/>
              <a:t>Display Results:</a:t>
            </a:r>
            <a:r>
              <a:rPr lang="en-IN" dirty="0"/>
              <a:t> The calculated daily calories are displayed along with suggestions for: </a:t>
            </a:r>
            <a:endParaRPr lang="en-IN" dirty="0"/>
          </a:p>
          <a:p>
            <a:pPr lvl="1"/>
            <a:r>
              <a:rPr lang="en-IN" dirty="0"/>
              <a:t>Weight Maintenance </a:t>
            </a:r>
            <a:endParaRPr lang="en-IN" dirty="0"/>
          </a:p>
          <a:p>
            <a:pPr lvl="1"/>
            <a:r>
              <a:rPr lang="en-IN" dirty="0"/>
              <a:t>Weight Loss </a:t>
            </a:r>
            <a:endParaRPr lang="en-IN" dirty="0"/>
          </a:p>
          <a:p>
            <a:pPr lvl="1"/>
            <a:r>
              <a:rPr lang="en-IN" dirty="0"/>
              <a:t>Weight Gain </a:t>
            </a:r>
            <a:endParaRPr lang="en-IN" dirty="0"/>
          </a:p>
          <a:p>
            <a:r>
              <a:rPr lang="en-IN" b="1" dirty="0"/>
              <a:t>Store Data</a:t>
            </a:r>
            <a:r>
              <a:rPr lang="en-IN" dirty="0"/>
              <a:t> :User details and calculation history are saved in the database.</a:t>
            </a:r>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OUTCOME</a:t>
            </a:r>
            <a:endParaRPr lang="en-IN" dirty="0">
              <a:solidFill>
                <a:schemeClr val="accent1">
                  <a:lumMod val="75000"/>
                </a:schemeClr>
              </a:solidFill>
            </a:endParaRPr>
          </a:p>
        </p:txBody>
      </p:sp>
      <p:sp>
        <p:nvSpPr>
          <p:cNvPr id="3" name="Content Placeholder 2"/>
          <p:cNvSpPr>
            <a:spLocks noGrp="1"/>
          </p:cNvSpPr>
          <p:nvPr>
            <p:ph idx="1"/>
          </p:nvPr>
        </p:nvSpPr>
        <p:spPr/>
        <p:txBody>
          <a:bodyPr/>
          <a:lstStyle/>
          <a:p>
            <a:r>
              <a:rPr lang="en-IN" sz="2000" dirty="0"/>
              <a:t>The </a:t>
            </a:r>
            <a:r>
              <a:rPr lang="en-IN" sz="2000" b="1" dirty="0"/>
              <a:t>Calorie Calculator using Django</a:t>
            </a:r>
            <a:r>
              <a:rPr lang="en-IN" sz="2000" dirty="0"/>
              <a:t> successfully calculates the daily calorie requirements of users based on their age, gender, height, weight, and activity level. The system provides personalized calorie recommendations for maintaining, losing, or gaining weight. It offers a simple and user-friendly interface, stores user data securely, and helps users make informed decisions about their diet and fitness goals</a:t>
            </a:r>
            <a:r>
              <a:rPr lang="en-IN" dirty="0"/>
              <a:t>.</a:t>
            </a:r>
            <a:endParaRPr lang="en-IN" dirty="0"/>
          </a:p>
          <a:p>
            <a:pPr marL="0" indent="0">
              <a:buNone/>
            </a:pPr>
            <a:endParaRPr lang="en-IN"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94760" y="3344260"/>
            <a:ext cx="4602480" cy="31486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CONCLUSION</a:t>
            </a:r>
            <a:endParaRPr lang="en-IN" dirty="0">
              <a:solidFill>
                <a:schemeClr val="accent1">
                  <a:lumMod val="75000"/>
                </a:schemeClr>
              </a:solidFill>
            </a:endParaRPr>
          </a:p>
        </p:txBody>
      </p:sp>
      <p:sp>
        <p:nvSpPr>
          <p:cNvPr id="3" name="Content Placeholder 2"/>
          <p:cNvSpPr>
            <a:spLocks noGrp="1"/>
          </p:cNvSpPr>
          <p:nvPr>
            <p:ph idx="1"/>
          </p:nvPr>
        </p:nvSpPr>
        <p:spPr/>
        <p:txBody>
          <a:bodyPr/>
          <a:lstStyle/>
          <a:p>
            <a:r>
              <a:rPr lang="en-IN" sz="2400" dirty="0"/>
              <a:t>The </a:t>
            </a:r>
            <a:r>
              <a:rPr lang="en-IN" sz="2400" b="1" dirty="0"/>
              <a:t>Calorie Calculator using Django</a:t>
            </a:r>
            <a:r>
              <a:rPr lang="en-IN" sz="2400" dirty="0"/>
              <a:t> is a useful web application that helps users determine their daily calorie needs quickly and accurately. By using personal information such as age, gender, height, weight, and activity level, the system provides personalized calorie recommendations. The application is easy to use, efficient, and supports users in maintaining a healthy lifestyle and achieving their fitness goals.</a:t>
            </a:r>
            <a:endParaRPr lang="en-IN" sz="2400" dirty="0"/>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1641</Words>
  <Application>WPS Presentation</Application>
  <PresentationFormat>Widescreen</PresentationFormat>
  <Paragraphs>35</Paragraphs>
  <Slides>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vt:i4>
      </vt:variant>
    </vt:vector>
  </HeadingPairs>
  <TitlesOfParts>
    <vt:vector size="16" baseType="lpstr">
      <vt:lpstr>Arial</vt:lpstr>
      <vt:lpstr>SimSun</vt:lpstr>
      <vt:lpstr>Wingdings</vt:lpstr>
      <vt:lpstr>Aptos Display</vt:lpstr>
      <vt:lpstr>Segoe UI Variable Display</vt:lpstr>
      <vt:lpstr>Aptos</vt:lpstr>
      <vt:lpstr>Segoe UI</vt:lpstr>
      <vt:lpstr>Microsoft YaHei</vt:lpstr>
      <vt:lpstr>Arial Unicode MS</vt:lpstr>
      <vt:lpstr>Calibri</vt:lpstr>
      <vt:lpstr>Office Theme</vt:lpstr>
      <vt:lpstr>CALORIE CALCULATOR </vt:lpstr>
      <vt:lpstr>PROBLEM STATEMENT</vt:lpstr>
      <vt:lpstr>METHODOLOGY</vt:lpstr>
      <vt:lpstr>OUTCOME</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Ahammed Hussain 24AK5A0418</dc:creator>
  <cp:lastModifiedBy>Bhuvana</cp:lastModifiedBy>
  <cp:revision>2</cp:revision>
  <dcterms:created xsi:type="dcterms:W3CDTF">2026-06-23T15:17:00Z</dcterms:created>
  <dcterms:modified xsi:type="dcterms:W3CDTF">2026-06-25T05:12:41Z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51011132438C48FEA2262E4BB910ED06_12</vt:lpwstr>
  </property>
  <property fmtid="{D5CDD505-2E9C-101B-9397-08002B2CF9AE}" pid="3" name="KSOProductBuildVer">
    <vt:lpwstr>1033-12.1.0.25830</vt:lpwstr>
  </property>
</Properties>
</file>